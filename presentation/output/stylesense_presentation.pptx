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51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474720" cy="347472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457200"/>
            <a:ext cx="1828800" cy="1828800"/>
          </a:xfrm>
          <a:prstGeom prst="ellipse">
            <a:avLst/>
          </a:prstGeom>
          <a:solidFill>
            <a:srgbClr val="BE185D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347472"/>
            <a:ext cx="9144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StyleSense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Fashion Recommendations &amp; Virtual Try-On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265176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035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JAPJIT  ·  PRABHSIMRAN  ·  PANSHUL  ·  RATIK  ·  ABHINEET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26080" y="3493008"/>
            <a:ext cx="32918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62102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 |  April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4224528"/>
            <a:ext cx="2194560" cy="30175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22452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Jetpack Compose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4224528"/>
            <a:ext cx="2194560" cy="30175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422452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Redis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4224528"/>
            <a:ext cx="2194560" cy="30175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422452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IDM-VTON Try-On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Fashion Shopping Feel Broken?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42416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Fatigue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choices, zero personalization — shoppers abandon carts overwhelmed by options.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1042416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1155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👗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73552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Try-Before-Buy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73552" y="21762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visualize fit or style match until the item arrives at your door — returns spike.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1042416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1155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🌤️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81344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Blindness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81344" y="21762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local weather, current occasion, and existing wardrobe when suggesting outfits.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4048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CE7F3"/>
          </a:solidFill>
          <a:ln w="22860">
            <a:solidFill>
              <a:srgbClr val="BE1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58768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"20–35% of online fashion orders are returned — driven by poor fit and zero personalization"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2468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StyleSense AI: Context-Aware Fashion Intelligence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46988" y="1280160"/>
            <a:ext cx="1728216" cy="3672230"/>
          </a:xfrm>
          <a:prstGeom prst="roundRect">
            <a:avLst>
              <a:gd name="adj" fmla="val 6349"/>
            </a:avLst>
          </a:prstGeom>
          <a:solidFill>
            <a:srgbClr val="F1F5F9"/>
          </a:solidFill>
          <a:ln w="25400">
            <a:solidFill>
              <a:srgbClr val="1E293B"/>
            </a:solidFill>
            <a:prstDash val="solid"/>
          </a:ln>
        </p:spPr>
      </p:sp>
      <p:pic>
        <p:nvPicPr>
          <p:cNvPr id="7" name="Image 0" descr="D:\ClosetAI\report\figures\screenshots\screen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1316736"/>
            <a:ext cx="1600200" cy="35442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03650" y="1316736"/>
            <a:ext cx="16459" cy="359907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749040" y="131673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05072" y="131673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Profile-driven 10-step onboarding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type, skin tone, style prefs, budget, occasions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749040" y="191109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05072" y="191109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Myntra product scraping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catalog via BeautifulSoup + curl_cffi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749040" y="250545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05072" y="250545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MatchScorer multi-factor ranking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· Color · Brand · Weather · Wardrobe · Feedback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749040" y="309981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05072" y="309981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Weather-aware suggestions via GPS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 REST API integration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749040" y="369417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005072" y="369417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Wardrobe-compatible recommendations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duplicates, suggests complementary pieces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749040" y="428853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005072" y="428853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Virtual Try-On (IDM-VTON)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Diffusion-based try-on via hosted HuggingFace Space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96596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4264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Kotlin + Jetpack Compose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728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3 UI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2029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Firebase Auth SDK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Firestore SDK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6334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Retrofit / OkHttp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9352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DataStore (local cache)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2551176"/>
            <a:ext cx="7315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244144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BE18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371600"/>
            <a:ext cx="219456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1426464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+ Uvicorn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1728216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/recommendations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029968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/tryon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331720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/wardrobe/*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2633472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client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2935224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Gradio client (HF)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1911096"/>
            <a:ext cx="594360" cy="2011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099048" y="180136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2368296"/>
            <a:ext cx="594360" cy="2011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48" y="225856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2825496"/>
            <a:ext cx="594360" cy="2011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099048" y="271576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3282696"/>
            <a:ext cx="594360" cy="2011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099048" y="317296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166420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7007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/ Firestore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1965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DB (direct from App)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2423160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724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ranked results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3182112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2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Scraper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483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+ curl_cffi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63640" y="3941064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IDM-VTON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4242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client → try-on AI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379976" y="4187952"/>
            <a:ext cx="20117" cy="3657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5" name="Text 43"/>
          <p:cNvSpPr/>
          <p:nvPr/>
        </p:nvSpPr>
        <p:spPr>
          <a:xfrm>
            <a:off x="4279392" y="4462272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46634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4663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 API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4320" y="42245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communication via REST/HTTP  ·  Firebase accessed directly from the Android app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32688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" y="987552"/>
            <a:ext cx="54864" cy="7315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UI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Jetpack Compose + Material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932688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1144" y="987552"/>
            <a:ext cx="54864" cy="73152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0584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9160" y="1316736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 (Google Sign-In via Credential Manager)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11096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" y="1965960"/>
            <a:ext cx="54864" cy="73152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84248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295144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  (NoSQL, realtime sync)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1911096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81144" y="1965960"/>
            <a:ext cx="54864" cy="73152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984248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2295144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+ Uvicorn  (async REST API)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" y="2944368"/>
            <a:ext cx="54864" cy="731520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62656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273552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 (in-memory fallback for dev)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2889504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2944368"/>
            <a:ext cx="54864" cy="7315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962656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3273552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+ curl_cffi  (TLS bypass)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86791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3922776"/>
            <a:ext cx="54864" cy="731520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41064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 REST API  (GPS-based forecast)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386791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81144" y="3922776"/>
            <a:ext cx="54864" cy="73152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941064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Try-On AI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4251960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IDM-VTON via Gradio Client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2468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Identity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Screen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73936" y="1984248"/>
            <a:ext cx="20117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673352" y="1984248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67128"/>
            <a:ext cx="292608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Sign-In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" y="2509479"/>
            <a:ext cx="2889504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Credential Manager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73936" y="2825496"/>
            <a:ext cx="20117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673352" y="2825496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0837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08376"/>
            <a:ext cx="292608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→ UID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" y="3350727"/>
            <a:ext cx="2889504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verified server-side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773936" y="3666744"/>
            <a:ext cx="20117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673352" y="3666744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849624"/>
            <a:ext cx="292608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Onboard / Home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" y="4191975"/>
            <a:ext cx="2889504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Firestore profile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03650" y="1261872"/>
            <a:ext cx="16459" cy="36393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13350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05072" y="133502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Sign-In via Credential Manager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 switching — in-app auth flow, no external browser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204825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05072" y="204825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UID as primary key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across Firestore collections and Redis keying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276148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05072" y="276148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session management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refresh handled automatically; skip sign-in on return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49040" y="347472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05072" y="347472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onboarding check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query determines first-time vs. returning user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49040" y="418795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05072" y="41879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Screens: Splash, Sign-In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Minimal, dark-themed entry point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2468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 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10-Step Profile Onboarding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04672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82496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9968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0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2907792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98064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38144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785616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75888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315968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193792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541264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31536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71616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6419088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949440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7296912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96912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87184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827264" y="1627632"/>
            <a:ext cx="347472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8174736" y="137160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4736" y="13716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65008" y="194767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5760" y="2395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steps persisted to Firestore  users/{uid}  on completion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65760" y="2743200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28529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Gender, body type &amp; key measurements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5760" y="3227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Skin tone (8-point scale from selfie or manual)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36027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Style archetypes — casual, formal, streetwear …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65760" y="3977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Preferred fit (slim, regular, relaxed, oversized)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5760" y="4352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Occasions — daily, office, gym, date night, festival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63440" y="28529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Budget range (₹ slider, saved to Firestore)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663440" y="3227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Special requirements — plus-size, petite, maternity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663440" y="36027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Preferred categories — tops, bottoms, dresses …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663440" y="3977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purchase history needed (cold-start solved)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663440" y="4352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Profile editable anytime from Settings screen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56032" y="4681728"/>
            <a:ext cx="8631936" cy="329184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4700016"/>
            <a:ext cx="8339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Solved: No purchase history needed — profile data drives immediate personalization from day 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2468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 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Wardrobe Management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316736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316736"/>
            <a:ext cx="297180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/ Pick Image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659087"/>
            <a:ext cx="2935224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or gallery picker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73936" y="1975104"/>
            <a:ext cx="20117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673352" y="1993392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176272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176272"/>
            <a:ext cx="297180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/wardrobe/upload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2518623"/>
            <a:ext cx="2935224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saves to /uploads dir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73936" y="2834640"/>
            <a:ext cx="20117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673352" y="2852928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3035808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3035808"/>
            <a:ext cx="297180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stored in Firestore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3378159"/>
            <a:ext cx="2935224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users/{uid}/wardrobe/{id}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773936" y="3694176"/>
            <a:ext cx="20117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673352" y="3712464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895344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3895344"/>
            <a:ext cx="297180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Wardrobe Grid UI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4237695"/>
            <a:ext cx="2935224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LazyVerticalGrid — tap to manage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03650" y="1261872"/>
            <a:ext cx="16459" cy="36393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13350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05072" y="133502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or gallery image selection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Android photo picker &amp; CameraX — no extra permissions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195681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05072" y="195681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saves to /uploads dir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saves file; returns public URL for Firestore storage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257860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05072" y="25786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stored per item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stores URL, category, color, date added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320040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05072" y="3200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Wardrobe items feed MatchScorer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items influence recommendation ranking weights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38221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05072" y="382219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duplicate purchases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MatchScorer de-ranks items similar to already-owned pieces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444398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05072" y="444398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Screens: Wardrobe Grid, Add Item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 — add, view, delete wardrobe items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2468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 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MatchScorer Recommendation Engine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316736"/>
            <a:ext cx="863193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316736"/>
            <a:ext cx="85404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 (Firestore)  +  Context (Occasion, Weather)  +  Wardrobe Items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62856" y="1920240"/>
            <a:ext cx="20117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462272" y="1956816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2139696"/>
            <a:ext cx="863193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2139696"/>
            <a:ext cx="8540496" cy="294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Myntra Scraper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434499"/>
            <a:ext cx="8503920" cy="272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+ curl_cffi  →  200 raw candidates  →  Redis Cache (TTL 10 min)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62856" y="2706624"/>
            <a:ext cx="20117" cy="128016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74320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" y="292608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MatchScorer — Multi-Factor Ranking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32186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218688"/>
            <a:ext cx="1252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Match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73352" y="32186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9928" y="3218688"/>
            <a:ext cx="1252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Harmony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90672" y="32186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3218688"/>
            <a:ext cx="1252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Pref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07992" y="32186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3218688"/>
            <a:ext cx="1252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Fit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25312" y="32186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3218688"/>
            <a:ext cx="1252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Wardrobe Compat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42632" y="32186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9208" y="3218688"/>
            <a:ext cx="1252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Weight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62856" y="3694176"/>
            <a:ext cx="20117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3767328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950208"/>
            <a:ext cx="863193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3950208"/>
            <a:ext cx="8540496" cy="294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+ Paginated Results  →  Android App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245011"/>
            <a:ext cx="8503920" cy="272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caches ranked list; re-ranks only when feedback version changes — no re-scraping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2468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 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Virtual Try-On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298448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29844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Selfie + Garment 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55648" y="1828800"/>
            <a:ext cx="20117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655064" y="1792224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993392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993392"/>
            <a:ext cx="2926080" cy="27578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/tryon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269175"/>
            <a:ext cx="2889504" cy="2545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endpoint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55648" y="2523744"/>
            <a:ext cx="20117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655064" y="2487168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688336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688336"/>
            <a:ext cx="2926080" cy="27578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garment image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964119"/>
            <a:ext cx="2889504" cy="2545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fetches from URL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755648" y="3218688"/>
            <a:ext cx="20117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655064" y="3182112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38328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3383280"/>
            <a:ext cx="2926080" cy="27578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Client → HF Space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659063"/>
            <a:ext cx="2889504" cy="2545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IDM-VTON inference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755648" y="3913632"/>
            <a:ext cx="20117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1655064" y="3877056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4078224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407822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image response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55648" y="4608576"/>
            <a:ext cx="20117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1655064" y="457200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4773168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4773168"/>
            <a:ext cx="2926080" cy="27578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+ Save to History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5048951"/>
            <a:ext cx="2889504" cy="2545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 (local)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557930" y="1261872"/>
            <a:ext cx="16459" cy="3657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3730752" y="13350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86784" y="1335024"/>
            <a:ext cx="48646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IDM-VTON: diffusion-based try-on (2023)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State-of-art virtual garment fitting — no mesh or 3D model needed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730752" y="195681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86784" y="1956816"/>
            <a:ext cx="48646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 needed on our side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runs on hosted HuggingFace free-tier Space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730752" y="257860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86784" y="2578608"/>
            <a:ext cx="48646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Base64 image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 file hosting required — sent directly as response body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730752" y="320040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86784" y="3200400"/>
            <a:ext cx="48646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Try-on history saved locally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DataStore keeps last 20 try-on results for offline view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730752" y="38221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86784" y="3822192"/>
            <a:ext cx="48646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Screens: Try-On Select + Result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flow: pick garment, see yourself wearing it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730752" y="444398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986784" y="4443984"/>
            <a:ext cx="48646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 20–60s on HF free tier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gracefully with loading state + progress indicator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2468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 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Like/Dislike Feedback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371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24912" y="1773936"/>
            <a:ext cx="41148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66420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/ Dislike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96712" y="1773936"/>
            <a:ext cx="411480" cy="20117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66420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99632" y="1371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/recommendations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/feedback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24928" y="2194560"/>
            <a:ext cx="20117" cy="41148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7" name="Text 15"/>
          <p:cNvSpPr/>
          <p:nvPr/>
        </p:nvSpPr>
        <p:spPr>
          <a:xfrm>
            <a:off x="7324344" y="2514600"/>
            <a:ext cx="237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6974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2697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Ranking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App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27832" y="26974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2697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Re-rank Applied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re-scraping)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16352" y="3099816"/>
            <a:ext cx="411480" cy="20117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3" name="Text 21"/>
          <p:cNvSpPr/>
          <p:nvPr/>
        </p:nvSpPr>
        <p:spPr>
          <a:xfrm>
            <a:off x="2724912" y="299008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99632" y="26974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697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Redis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Keyed by UID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88152" y="3099816"/>
            <a:ext cx="411480" cy="20117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7" name="Text 25"/>
          <p:cNvSpPr/>
          <p:nvPr/>
        </p:nvSpPr>
        <p:spPr>
          <a:xfrm>
            <a:off x="5696712" y="2990088"/>
            <a:ext cx="182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81328" y="2286000"/>
            <a:ext cx="20117" cy="4114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9" name="Text 27"/>
          <p:cNvSpPr/>
          <p:nvPr/>
        </p:nvSpPr>
        <p:spPr>
          <a:xfrm>
            <a:off x="1380744" y="219456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703320"/>
            <a:ext cx="8631936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 w="2540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37490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re-training. No re-scraping. Pure re-ranking — instant personalization from user feedback."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Screens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301752" y="886968"/>
            <a:ext cx="1380744" cy="2947111"/>
          </a:xfrm>
          <a:prstGeom prst="roundRect">
            <a:avLst>
              <a:gd name="adj" fmla="val 6623"/>
            </a:avLst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</p:spPr>
      </p:sp>
      <p:pic>
        <p:nvPicPr>
          <p:cNvPr id="5" name="Image 0" descr="D:\ClosetAI\report\figures\screenshots\screen_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32688"/>
            <a:ext cx="1289304" cy="28556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3879799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Screen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733702" y="886968"/>
            <a:ext cx="1380744" cy="2947111"/>
          </a:xfrm>
          <a:prstGeom prst="roundRect">
            <a:avLst>
              <a:gd name="adj" fmla="val 6623"/>
            </a:avLst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</p:spPr>
      </p:sp>
      <p:pic>
        <p:nvPicPr>
          <p:cNvPr id="8" name="Image 1" descr="D:\ClosetAI\report\figures\screenshots\screen_sign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422" y="932688"/>
            <a:ext cx="1289304" cy="28556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87982" y="3879799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165653" y="886968"/>
            <a:ext cx="1380744" cy="2947111"/>
          </a:xfrm>
          <a:prstGeom prst="roundRect">
            <a:avLst>
              <a:gd name="adj" fmla="val 6623"/>
            </a:avLst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</p:spPr>
      </p:sp>
      <p:pic>
        <p:nvPicPr>
          <p:cNvPr id="11" name="Image 2" descr="D:\ClosetAI\report\figures\screenshots\screen_re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373" y="932688"/>
            <a:ext cx="1289304" cy="28556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19933" y="3879799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597603" y="886968"/>
            <a:ext cx="1380744" cy="2947111"/>
          </a:xfrm>
          <a:prstGeom prst="roundRect">
            <a:avLst>
              <a:gd name="adj" fmla="val 6623"/>
            </a:avLst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</p:spPr>
      </p:sp>
      <p:pic>
        <p:nvPicPr>
          <p:cNvPr id="14" name="Image 3" descr="D:\ClosetAI\report\figures\screenshots\screen_wardrobe_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323" y="932688"/>
            <a:ext cx="1289304" cy="28556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51883" y="3879799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Wardrobe Grid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6029554" y="886968"/>
            <a:ext cx="1380744" cy="2947111"/>
          </a:xfrm>
          <a:prstGeom prst="roundRect">
            <a:avLst>
              <a:gd name="adj" fmla="val 6623"/>
            </a:avLst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</p:spPr>
      </p:sp>
      <p:pic>
        <p:nvPicPr>
          <p:cNvPr id="17" name="Image 4" descr="D:\ClosetAI\report\figures\screenshots\screen_tryon_resu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274" y="932688"/>
            <a:ext cx="1289304" cy="28556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83834" y="3879799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Try-On Result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7461504" y="886968"/>
            <a:ext cx="1380744" cy="2947111"/>
          </a:xfrm>
          <a:prstGeom prst="roundRect">
            <a:avLst>
              <a:gd name="adj" fmla="val 6623"/>
            </a:avLst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</p:spPr>
      </p:sp>
      <p:pic>
        <p:nvPicPr>
          <p:cNvPr id="20" name="Image 5" descr="D:\ClosetAI\report\figures\screenshots\screen_sav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932688"/>
            <a:ext cx="1289304" cy="285567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15784" y="3879799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Items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0" y="47365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Jetpack Compose + Material 3  ·  Dark-mode first design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Compare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Body-Type Aware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Weather Aware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Wardrobe Aware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Try-On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Catalog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Myntra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 guide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Stitch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H&amp;M Style Quiz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Lens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StyleSense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64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950976"/>
            <a:ext cx="41605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6070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91056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Multi-Store Scraping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39410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beyond Myntra to AJIO, Amazon Fashion, and Meesho for broader catalog coverage and price comparison.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90288" y="950976"/>
            <a:ext cx="41605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22860">
            <a:solidFill>
              <a:srgbClr val="BE18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06070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00016" y="1591056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Ranking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0016" y="1938528"/>
            <a:ext cx="39410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rule-based MatchScorer with a learned ranking model (e.g. LightGBM/NCF) as interaction data grows.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935224"/>
            <a:ext cx="41605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04495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3575304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Features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3922776"/>
            <a:ext cx="39410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curated outfits, follow stylists, collaborative wishlists, and community-sourced style boards.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0288" y="2935224"/>
            <a:ext cx="41605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22860">
            <a:solidFill>
              <a:srgbClr val="BE18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04495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3575304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Try-On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00016" y="3922776"/>
            <a:ext cx="39410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Distilled IDM-VTON model for offline/real-time try-on — no server round-trip, instant results.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51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822960"/>
            <a:ext cx="3200400" cy="3200400"/>
          </a:xfrm>
          <a:prstGeom prst="ellipse">
            <a:avLst/>
          </a:prstGeom>
          <a:solidFill>
            <a:srgbClr val="BE185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65760"/>
            <a:ext cx="2011680" cy="201168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347472"/>
            <a:ext cx="9144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1719072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2651760"/>
            <a:ext cx="9144000" cy="6400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035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JAPJIT  ·  PRABHSIMRAN  ·  PANSHUL  ·  RATIK  ·  ABHINEET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26080" y="3493008"/>
            <a:ext cx="3291840" cy="1645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62102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 |  April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40050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github.com/your-org/stylesense-ai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Minor Project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StyleSense AI — Personalized Fashion &amp; Virtual Try-On</dc:title>
  <dc:subject>PptxGenJS Presentation</dc:subject>
  <dc:creator>StyleSense AI Team</dc:creator>
  <cp:lastModifiedBy>StyleSense AI Team</cp:lastModifiedBy>
  <cp:revision>1</cp:revision>
  <dcterms:created xsi:type="dcterms:W3CDTF">2026-04-22T07:50:38Z</dcterms:created>
  <dcterms:modified xsi:type="dcterms:W3CDTF">2026-04-22T07:50:38Z</dcterms:modified>
</cp:coreProperties>
</file>